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49626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Introduction to Artificial Neural Networks with Python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96728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Discover the foundation of deep learning and build intelligent systems that learn from data.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83913"/>
            <a:ext cx="705278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What is a Neural Network?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966680"/>
            <a:ext cx="4158734" cy="3478887"/>
          </a:xfrm>
          <a:prstGeom prst="roundRect">
            <a:avLst>
              <a:gd name="adj" fmla="val 289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659" y="321361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371A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2065" y="3411022"/>
            <a:ext cx="323136" cy="323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4659" y="41709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Bio-Inspired Design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84659" y="4666536"/>
            <a:ext cx="366486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Mimics the interconnected neurons of the human brain, creating adaptive learning systems.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2966680"/>
            <a:ext cx="4158734" cy="3478887"/>
          </a:xfrm>
          <a:prstGeom prst="roundRect">
            <a:avLst>
              <a:gd name="adj" fmla="val 289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2709" y="321361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371A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0115" y="3411022"/>
            <a:ext cx="323136" cy="323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2709" y="41709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Mathematical Model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82709" y="4666536"/>
            <a:ext cx="366486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Maps inputs to outputs through adjustable parameters and learned patterns from data.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633823" y="2966680"/>
            <a:ext cx="4158853" cy="3478887"/>
          </a:xfrm>
          <a:prstGeom prst="roundRect">
            <a:avLst>
              <a:gd name="adj" fmla="val 2890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80759" y="3213616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3371A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8164" y="3411022"/>
            <a:ext cx="323136" cy="3231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80759" y="41709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Core Principle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80759" y="4666536"/>
            <a:ext cx="366498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Automatically discovers patterns by adjusting weights and biases during training.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4388" y="691396"/>
            <a:ext cx="9665256" cy="684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Neuron: The Basic Building Block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388" y="2323505"/>
            <a:ext cx="8252341" cy="46059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2038" y="1941076"/>
            <a:ext cx="2737604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How It Works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642038" y="2509242"/>
            <a:ext cx="4181475" cy="2726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Accepts multiple inputs and multiplies each by corresponding weights</a:t>
            </a:r>
            <a:endParaRPr lang="en-US" sz="180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Calculates weighted sum and adds a bias term</a:t>
            </a:r>
            <a:endParaRPr lang="en-US" sz="180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Applies activation function to produce final output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642038" y="5462111"/>
            <a:ext cx="2737604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Math Behind It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642038" y="6030278"/>
            <a:ext cx="4181475" cy="366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 = f( (x₁ × w₁) + (x₂ × w₂) + b 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42038" y="6600706"/>
            <a:ext cx="4181475" cy="73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Where f is the activation function, w are weights, and b is bias.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9610" y="880467"/>
            <a:ext cx="7764780" cy="1158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Activation Functions: Shaping the Output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89610" y="2282666"/>
            <a:ext cx="7764780" cy="57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These functions introduce non-linearity, enabling networks to learn complex, real-world patterns and make decisions.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89610" y="3039666"/>
            <a:ext cx="7764780" cy="1182291"/>
          </a:xfrm>
          <a:prstGeom prst="roundRect">
            <a:avLst>
              <a:gd name="adj" fmla="val 7000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2470" y="3062526"/>
            <a:ext cx="788194" cy="1136571"/>
          </a:xfrm>
          <a:prstGeom prst="roundRect">
            <a:avLst>
              <a:gd name="adj" fmla="val 7020"/>
            </a:avLst>
          </a:prstGeom>
          <a:solidFill>
            <a:srgbClr val="FAF5E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000" y="3482935"/>
            <a:ext cx="295513" cy="2955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62827" y="3259574"/>
            <a:ext cx="2318147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Sigmoid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662827" y="3646527"/>
            <a:ext cx="6571655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Smooth curve mapping inputs to (0, 1). Ideal for probability outputs.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89610" y="4384119"/>
            <a:ext cx="7764780" cy="1401366"/>
          </a:xfrm>
          <a:prstGeom prst="roundRect">
            <a:avLst>
              <a:gd name="adj" fmla="val 5906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12470" y="4406979"/>
            <a:ext cx="788194" cy="1355646"/>
          </a:xfrm>
          <a:prstGeom prst="roundRect">
            <a:avLst>
              <a:gd name="adj" fmla="val 7020"/>
            </a:avLst>
          </a:prstGeom>
          <a:solidFill>
            <a:srgbClr val="FAF5E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000" y="4936927"/>
            <a:ext cx="295513" cy="2955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62827" y="4604028"/>
            <a:ext cx="2318147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ReLU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662827" y="4990981"/>
            <a:ext cx="6571655" cy="57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Outputs 0 for negatives, input value for positives. Most popular in modern networks.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689610" y="5947648"/>
            <a:ext cx="7764780" cy="1401366"/>
          </a:xfrm>
          <a:prstGeom prst="roundRect">
            <a:avLst>
              <a:gd name="adj" fmla="val 5906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12470" y="5970508"/>
            <a:ext cx="788194" cy="1355646"/>
          </a:xfrm>
          <a:prstGeom prst="roundRect">
            <a:avLst>
              <a:gd name="adj" fmla="val 7020"/>
            </a:avLst>
          </a:prstGeom>
          <a:solidFill>
            <a:srgbClr val="FAF5E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5000" y="6500455"/>
            <a:ext cx="295513" cy="2955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62827" y="6167557"/>
            <a:ext cx="2318147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Decision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62827" y="6554510"/>
            <a:ext cx="6571655" cy="57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Each function determines whether and how strongly a neuron "activates" based on input.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471" y="816412"/>
            <a:ext cx="7709059" cy="1206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From Neurons to Networks: Layers and Feedforward</a:t>
            </a:r>
            <a:endParaRPr lang="en-US" sz="3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71" y="2285881"/>
            <a:ext cx="1025009" cy="12300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17978" y="2490788"/>
            <a:ext cx="2411968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Input Layer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917978" y="2897505"/>
            <a:ext cx="6508552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Receives raw data features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71" y="3515916"/>
            <a:ext cx="1025009" cy="12300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17978" y="3720822"/>
            <a:ext cx="2411968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Hidden Layer(s)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1917978" y="4127540"/>
            <a:ext cx="6508552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Extracts patterns and features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471" y="4745950"/>
            <a:ext cx="1025009" cy="12300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17978" y="4950857"/>
            <a:ext cx="2411968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Output Layer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917978" y="5357574"/>
            <a:ext cx="6508552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Produces final predictions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717471" y="6239351"/>
            <a:ext cx="2417445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Feedforward Process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717471" y="6804184"/>
            <a:ext cx="7709059" cy="60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flows through each layer sequentially, with neurons in one layer connecting to neurons in the next, transforming information at each step.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75449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Your First Neural Network in Python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7608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Building Blocks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3352086"/>
            <a:ext cx="3442335" cy="246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NumPy for efficient array operations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Layer classes to organize neurons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Forward propagation implementation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871561" y="27608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Training Process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71561" y="3352086"/>
            <a:ext cx="3442335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Calculate prediction error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Adjust weights and biases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Iterate until convergence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196697" y="6439733"/>
            <a:ext cx="710957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From mathematical concepts to functional code—transforming neural network theory into working implementations.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837724" y="6170533"/>
            <a:ext cx="30480" cy="1304449"/>
          </a:xfrm>
          <a:prstGeom prst="rect">
            <a:avLst/>
          </a:prstGeom>
          <a:solidFill>
            <a:srgbClr val="3371A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2026-03-17T05:36:19Z</dcterms:created>
  <dcterms:modified xsi:type="dcterms:W3CDTF">2026-03-17T05:36:19Z</dcterms:modified>
</cp:coreProperties>
</file>